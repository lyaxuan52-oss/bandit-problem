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F1BAA-6BE1-42DC-82F4-E2F5F719073D}" v="46" dt="2024-07-24T03:47:43.285"/>
    <p1510:client id="{EB8D6B1A-D1C2-4E17-B1CA-F89F77B32DEE}" v="8" dt="2024-07-24T03:25:09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 Hu" userId="b06dd9dce3e377a3" providerId="LiveId" clId="{456F1BAA-6BE1-42DC-82F4-E2F5F719073D}"/>
    <pc:docChg chg="modSld">
      <pc:chgData name="Xiao Hu" userId="b06dd9dce3e377a3" providerId="LiveId" clId="{456F1BAA-6BE1-42DC-82F4-E2F5F719073D}" dt="2024-07-24T03:47:43.285" v="108"/>
      <pc:docMkLst>
        <pc:docMk/>
      </pc:docMkLst>
      <pc:sldChg chg="modSp mod">
        <pc:chgData name="Xiao Hu" userId="b06dd9dce3e377a3" providerId="LiveId" clId="{456F1BAA-6BE1-42DC-82F4-E2F5F719073D}" dt="2024-07-24T03:47:43.285" v="108"/>
        <pc:sldMkLst>
          <pc:docMk/>
          <pc:sldMk cId="3781002172" sldId="262"/>
        </pc:sldMkLst>
        <pc:spChg chg="mod">
          <ac:chgData name="Xiao Hu" userId="b06dd9dce3e377a3" providerId="LiveId" clId="{456F1BAA-6BE1-42DC-82F4-E2F5F719073D}" dt="2024-07-24T03:47:43.285" v="108"/>
          <ac:spMkLst>
            <pc:docMk/>
            <pc:sldMk cId="3781002172" sldId="262"/>
            <ac:spMk id="5" creationId="{79EF7484-1C85-4B8B-A52E-F2F3F4257F5B}"/>
          </ac:spMkLst>
        </pc:spChg>
      </pc:sldChg>
    </pc:docChg>
  </pc:docChgLst>
  <pc:docChgLst>
    <pc:chgData name="Xiao Hu" userId="b06dd9dce3e377a3" providerId="LiveId" clId="{EB8D6B1A-D1C2-4E17-B1CA-F89F77B32DEE}"/>
    <pc:docChg chg="modSld">
      <pc:chgData name="Xiao Hu" userId="b06dd9dce3e377a3" providerId="LiveId" clId="{EB8D6B1A-D1C2-4E17-B1CA-F89F77B32DEE}" dt="2024-07-24T03:25:09.567" v="16"/>
      <pc:docMkLst>
        <pc:docMk/>
      </pc:docMkLst>
      <pc:sldChg chg="modSp mod">
        <pc:chgData name="Xiao Hu" userId="b06dd9dce3e377a3" providerId="LiveId" clId="{EB8D6B1A-D1C2-4E17-B1CA-F89F77B32DEE}" dt="2024-07-24T03:25:09.567" v="16"/>
        <pc:sldMkLst>
          <pc:docMk/>
          <pc:sldMk cId="3781002172" sldId="262"/>
        </pc:sldMkLst>
        <pc:spChg chg="mod">
          <ac:chgData name="Xiao Hu" userId="b06dd9dce3e377a3" providerId="LiveId" clId="{EB8D6B1A-D1C2-4E17-B1CA-F89F77B32DEE}" dt="2024-07-24T03:25:09.567" v="16"/>
          <ac:spMkLst>
            <pc:docMk/>
            <pc:sldMk cId="3781002172" sldId="262"/>
            <ac:spMk id="5" creationId="{79EF7484-1C85-4B8B-A52E-F2F3F4257F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2D96E-5575-4211-93AB-64D6F0FCE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6EF0E9-51CD-487E-849B-3627993E1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EFBBD6-1D58-4B63-AB82-5B425D15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634CEE-165F-48C7-ABE5-2BA9549A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0121D3-4099-470C-A180-AA3658DF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8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C9B50-DEA0-4207-9D05-8D45E08CC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49ED9-D7DC-493E-B32D-CA6700E9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5AF2E5-39AF-4DED-BCAC-39794622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1EA79-4A29-4CAC-98A2-BCAED9DB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CD3EDC-748E-44EC-A18C-D572DBB7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65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8D9AE-A79E-46C2-9EF4-D4D32BB68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D22322-CC54-4B37-950C-AB458E2BF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15312-87D0-4B5C-A069-E9868630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14DEA4-EB8A-4081-B6DF-ADAA33B5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136A3-56C5-4519-B9C8-A676F6FA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6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05E86-5138-4412-AD52-D39974BC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AB03E-A0A4-4139-84BE-C70957C3E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66753E-9818-4BD5-AF31-AB0836409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EB02F3-437F-43DA-90DA-5658B4B1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5BC4B7-E50F-4AE2-B48E-22872287E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9C9854-F738-4865-952A-B3D4C737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05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229BF-93F5-4684-9B94-ECE12056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B25400-46A8-4287-9EE6-660A014CB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06032F-5EF0-4049-9539-CA8CC1F64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CB1B31-947B-434D-AD4F-D3A434695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C7A9E4-05D2-4960-A4A1-7C8F6EA36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5DBF59-404F-418F-8AA5-5C2744F1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23D0E3-4D37-478C-BF97-98B0AE67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E5A7BE-0C09-4B99-B9C0-7F95B7A0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0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7508D-7B8F-4D57-AFC4-2012B02B0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B05782-E8F8-4C0B-8510-5508873B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BECD64-582A-4EDC-A65B-24AD4060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F91ED4-91B2-4B53-94AE-2379D20B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509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3A1729-A592-4CFE-A82A-F08136BB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7356CB-1DF4-4697-B906-65FA6E9E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EBEB11-E51B-4F7E-8D8F-5F5CF3EE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6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315A7-40B2-4FF5-A7C4-44575AE4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41BC60-E811-4008-A275-9BA1DB6C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98BCA7-BD0C-4F30-9224-FC8D6D276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F18246-129F-41AE-BCFD-0BAE4667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747E75-F594-4851-8444-38D6420A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C31592-074F-4373-BBB3-1B900EBB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25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883CE-819F-453E-B9D9-AA41654D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408DB4-CC0D-4BFC-BB12-423982174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18A557-CE80-41ED-A6DB-B04EAA006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D7CA5A-B2DD-4134-98E5-5C0C2FED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BF030F-0D8F-4F01-948B-1508FE3A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63F0F1-75F9-4487-B9B7-DCB59E10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9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A45CC-ABC6-4664-B6D7-3877517B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CD516A-03D6-49DE-A369-82B6F0F2F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10670-16D5-4E74-BDC4-60CB456CB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49111F-80AE-435B-B21D-4692803F0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6205B1-E7EC-4E2D-8EE2-D13E3288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41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FA4258-8AAD-423E-906B-A308EA55E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77093-EB2D-46FF-B112-D8AEC9F37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0432E-BC69-4380-A019-4702A4C1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86260-038F-48EF-BCE1-B05365D6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1679A7-A21C-4297-9DEB-C904ED2A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F7549-B97A-4368-9229-8AF67446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0B3020-BDE7-459E-842C-B3D7FC352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0DBF71-A8C8-46B2-932E-451A5172F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F3749-5431-4EFF-A36A-D523599BD276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403AE-6D77-4ADF-9925-2EF0EDD3C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956645-3FBE-422A-94D4-3663CF63A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16701-BB60-464C-B36F-6344D5DFE7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60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545567"/>
            <a:ext cx="9807880" cy="418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欢迎来到本实验，在本实验中，你需要完成一项物资运输任务。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屏幕上每次会呈现三条不同的道路，道路上标有数字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，你需要通过鼠标点击的方式选择其中一条道路前进。每条道路上都可能有敌军巡逻，每当你做出选择时，如果遇到敌军轰炸，则视为运输失败；如果没有遇到敌军轰炸，则视为运输成功。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在正式实验开始前，试着点击不同的道路，查看物资运输的结果。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BB274A-E863-48C6-8C23-82BB754CA6A2}"/>
              </a:ext>
            </a:extLst>
          </p:cNvPr>
          <p:cNvSpPr txBox="1"/>
          <p:nvPr/>
        </p:nvSpPr>
        <p:spPr>
          <a:xfrm>
            <a:off x="1192060" y="5978944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A95A04E-DBF8-4416-9815-8B09FB973889}"/>
              </a:ext>
            </a:extLst>
          </p:cNvPr>
          <p:cNvGrpSpPr/>
          <p:nvPr/>
        </p:nvGrpSpPr>
        <p:grpSpPr>
          <a:xfrm>
            <a:off x="3915422" y="3429000"/>
            <a:ext cx="4361155" cy="1385468"/>
            <a:chOff x="3867296" y="3512568"/>
            <a:chExt cx="4361155" cy="138546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F2D7A17-2A5E-4F64-9084-BCE1E9EC3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296" y="3512568"/>
              <a:ext cx="1925801" cy="1385468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4B7AAF9-CBEC-4358-9D8D-E85A05324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2650" y="3512568"/>
              <a:ext cx="1925801" cy="1385468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3917B3F3-DEA1-48F0-B7E2-DA65B0FB708D}"/>
              </a:ext>
            </a:extLst>
          </p:cNvPr>
          <p:cNvSpPr txBox="1"/>
          <p:nvPr/>
        </p:nvSpPr>
        <p:spPr>
          <a:xfrm>
            <a:off x="6810974" y="47889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运输成功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78E8DD-DAA6-4CA0-850F-6DB5905B9200}"/>
              </a:ext>
            </a:extLst>
          </p:cNvPr>
          <p:cNvSpPr txBox="1"/>
          <p:nvPr/>
        </p:nvSpPr>
        <p:spPr>
          <a:xfrm>
            <a:off x="4375620" y="47889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运输失败</a:t>
            </a:r>
          </a:p>
        </p:txBody>
      </p:sp>
    </p:spTree>
    <p:extLst>
      <p:ext uri="{BB962C8B-B14F-4D97-AF65-F5344CB8AC3E}">
        <p14:creationId xmlns:p14="http://schemas.microsoft.com/office/powerpoint/2010/main" val="196856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816275"/>
            <a:ext cx="9807880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在每一回合中，每条道路上出现巡逻的敌军的概率都是不同的，你只能选择其中一条道路。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为了运输尽可能多的物资，你需要选择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成功运输概率最高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的道路。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在接下来的示例中，道路下方会标示出每条道路成功运输的概率，请点击屏幕下方的“最终选择”按钮，并选择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成功运输概率最高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的道路。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468111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准备好后按空格查看示例</a:t>
            </a:r>
          </a:p>
        </p:txBody>
      </p:sp>
    </p:spTree>
    <p:extLst>
      <p:ext uri="{BB962C8B-B14F-4D97-AF65-F5344CB8AC3E}">
        <p14:creationId xmlns:p14="http://schemas.microsoft.com/office/powerpoint/2010/main" val="176387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766171"/>
            <a:ext cx="9807880" cy="1689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恭喜你，你选择了成功概率最高的道路，并成功完成了一次物资运输。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在正式实验的每一回合中，每条道路中成功运输物资的概率都是</a:t>
            </a:r>
            <a:r>
              <a:rPr lang="zh-CN" altLang="en-US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随机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的，且</a:t>
            </a:r>
            <a:r>
              <a:rPr lang="zh-CN" altLang="en-US" b="1" u="sng" dirty="0">
                <a:latin typeface="仿宋" panose="02010609060101010101" pitchFamily="49" charset="-122"/>
                <a:ea typeface="仿宋" panose="02010609060101010101" pitchFamily="49" charset="-122"/>
              </a:rPr>
              <a:t>与先前回合无关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在接下来的示例中，请你继续选择成功运输概率最高的道路。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468111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准备好后按空格查看示例</a:t>
            </a:r>
          </a:p>
        </p:txBody>
      </p:sp>
    </p:spTree>
    <p:extLst>
      <p:ext uri="{BB962C8B-B14F-4D97-AF65-F5344CB8AC3E}">
        <p14:creationId xmlns:p14="http://schemas.microsoft.com/office/powerpoint/2010/main" val="347598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766171"/>
            <a:ext cx="9807880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尽管选择了成功运输概率最高的道路，你在这一回合仍然运输失败了，这是因为这条道路的成功运输概率只有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50%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，而你不幸遇到了巡逻的敌军。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然而，由于这条道路的成功运输概率大于另外两条，你仍然应该选择这条道路。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在接下来的练习中，你需要完成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个回合的道路选择，请点击屏幕下方的“最终选择”按钮，并选择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成功运输概率最高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的道路。每当你顺利完成一次物资运输，你都能够获得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分；如果物资运输失败，则你在这一回合不会获得任何分数。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468111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准备好后按空格开始练习</a:t>
            </a:r>
          </a:p>
        </p:txBody>
      </p:sp>
    </p:spTree>
    <p:extLst>
      <p:ext uri="{BB962C8B-B14F-4D97-AF65-F5344CB8AC3E}">
        <p14:creationId xmlns:p14="http://schemas.microsoft.com/office/powerpoint/2010/main" val="343344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766171"/>
            <a:ext cx="9807880" cy="1689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在正式实验中，你不能看到每条道路成功运输的概率，只能进行猜测。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在接下来的练习中，你需要完成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个回合的道路选择，请点击屏幕下方的“最终选择”按钮，并随机选择一条道路。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468111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准备好后按空格开始练习</a:t>
            </a:r>
          </a:p>
        </p:txBody>
      </p:sp>
    </p:spTree>
    <p:extLst>
      <p:ext uri="{BB962C8B-B14F-4D97-AF65-F5344CB8AC3E}">
        <p14:creationId xmlns:p14="http://schemas.microsoft.com/office/powerpoint/2010/main" val="227531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766171"/>
            <a:ext cx="9807880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为了帮助你评估每条道路成功运输的概率，你可以在做出最终选择之前，通过点击每条道路的方式</a:t>
            </a:r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派遣侦察兵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，侦察兵有可能会遇到巡逻的敌军，也可能不会遇到巡逻的敌军。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你可以根据每次侦查的结果，大致判断出不同道路成功运输的概率，最终选择成功运输概率最高的道路。在做出最终选择之前，派遣侦察兵的结果不会对你的分数产生影响。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在接下来的练习中，你需要完成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个回合的道路选择，请通过派遣侦察兵的方式估计每条道路成功运输的概率，并点击屏幕下方的“最终选择”按钮，选择成功运输概率最高的道路。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468111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准备好后按空格开始练习</a:t>
            </a:r>
          </a:p>
        </p:txBody>
      </p:sp>
    </p:spTree>
    <p:extLst>
      <p:ext uri="{BB962C8B-B14F-4D97-AF65-F5344CB8AC3E}">
        <p14:creationId xmlns:p14="http://schemas.microsoft.com/office/powerpoint/2010/main" val="384738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766171"/>
            <a:ext cx="9807880" cy="335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在正式实验中，派遣侦察兵的最大次数将会受到限制，每回合作出最终决定前，你的派遣次数将不超过</a:t>
            </a:r>
            <a:r>
              <a:rPr lang="en-US" altLang="zh-CN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次。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当派遣第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次之后，你将必须做出最终决定。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你也可以只使用其中一部分派遣次数。如果你觉得在用满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次派遣之前，已经能确定哪一条道路的成功运输概率最高，也可以在中途退出派遣过程，直接做出最终决定。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在接下来的练习中，你需要完成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个回合的道路选择，请通过派遣侦察兵的方式估计每条道路成功运输的概率，并点击屏幕下方的“最终选择”按钮，选择成功运输概率最高的道路。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468111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准备好后按空格开始练习</a:t>
            </a:r>
          </a:p>
        </p:txBody>
      </p:sp>
    </p:spTree>
    <p:extLst>
      <p:ext uri="{BB962C8B-B14F-4D97-AF65-F5344CB8AC3E}">
        <p14:creationId xmlns:p14="http://schemas.microsoft.com/office/powerpoint/2010/main" val="378100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1753316"/>
            <a:ext cx="9807880" cy="3351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在正式实验中，您需要在做出选择之后点击屏幕上的数轴，评估你刚刚是否选择了最佳的道路，并做出信心判断。数字越小，代表你对自己的选择越没有自信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数字越大，代表你对自己的选择越有自信。每一回合的物资运输结果会在提交完信心判断后呈现。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请尽可能使用整个数轴来描述自己的信心程度、请避免始终使用相同的数字来描述自己的信心程度。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在接下来的练习中，你需要完成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个回合的道路选择，并在选择后对自己的选择进行信心判断。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574582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准备好后按空格开始练习</a:t>
            </a:r>
          </a:p>
        </p:txBody>
      </p:sp>
    </p:spTree>
    <p:extLst>
      <p:ext uri="{BB962C8B-B14F-4D97-AF65-F5344CB8AC3E}">
        <p14:creationId xmlns:p14="http://schemas.microsoft.com/office/powerpoint/2010/main" val="157682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2310724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练习阶段结束，接下来进入正式实验阶段。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C26AA-DA99-4569-943E-BE2E408E5CBD}"/>
              </a:ext>
            </a:extLst>
          </p:cNvPr>
          <p:cNvSpPr txBox="1"/>
          <p:nvPr/>
        </p:nvSpPr>
        <p:spPr>
          <a:xfrm>
            <a:off x="1192060" y="5574582"/>
            <a:ext cx="9807880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准备好后按空格开始正式实验</a:t>
            </a:r>
          </a:p>
        </p:txBody>
      </p:sp>
    </p:spTree>
    <p:extLst>
      <p:ext uri="{BB962C8B-B14F-4D97-AF65-F5344CB8AC3E}">
        <p14:creationId xmlns:p14="http://schemas.microsoft.com/office/powerpoint/2010/main" val="402799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2310724"/>
            <a:ext cx="9807880" cy="858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实验结束，感谢你的参与。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请按空格键退出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335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93F034-4FCA-456F-AB3D-4F3A6A8C13D3}"/>
              </a:ext>
            </a:extLst>
          </p:cNvPr>
          <p:cNvSpPr txBox="1"/>
          <p:nvPr/>
        </p:nvSpPr>
        <p:spPr>
          <a:xfrm>
            <a:off x="4926449" y="6576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物资运输实验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EF7484-1C85-4B8B-A52E-F2F3F4257F5B}"/>
              </a:ext>
            </a:extLst>
          </p:cNvPr>
          <p:cNvSpPr txBox="1"/>
          <p:nvPr/>
        </p:nvSpPr>
        <p:spPr>
          <a:xfrm>
            <a:off x="1192060" y="2310724"/>
            <a:ext cx="9807880" cy="858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你已经完成了实验的二分之一。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休息完毕后按空格继续。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24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971</Words>
  <Application>Microsoft Office PowerPoint</Application>
  <PresentationFormat>宽屏</PresentationFormat>
  <Paragraphs>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仿宋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Yahua Li</dc:creator>
  <cp:lastModifiedBy>Xiao Hu</cp:lastModifiedBy>
  <cp:revision>12</cp:revision>
  <dcterms:created xsi:type="dcterms:W3CDTF">2024-07-18T12:09:12Z</dcterms:created>
  <dcterms:modified xsi:type="dcterms:W3CDTF">2024-07-24T03:47:45Z</dcterms:modified>
</cp:coreProperties>
</file>